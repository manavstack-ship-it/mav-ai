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</a:t>
            </a:r>
            <a:pPr indent="0" marL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is trapped, scattered, and difficult to access.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knowledge lives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19659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95224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385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manuals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31800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🔧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042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documentation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6837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🛠️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records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04952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reports &amp; datasets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34290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341528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👨‍🔧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 &amp; expertise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3794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78104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💻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767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internal systems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45352" y="137160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BEFEC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to the business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01384" y="199339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procedure takes 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01384" y="235915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2304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employees become single points of knowledge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01384" y="272491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2670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employees need significant training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01384" y="309067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3035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spread across systems &amp; documents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01384" y="345643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66560" y="3401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doesn't understand company-specific processes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01384" y="382219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767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sensitive data to external AI raises privacy concerns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" y="4544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48188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companies have huge amounts of valuable data, but don't have a simple way to turn that data into an AI assistant their employees can actually use.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45352" y="44348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73952" y="4544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MAV'S ANSWER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48188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 turns a company's existing data and knowledge into a customizable AI assistant that can run within its existing infrastructure.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</a:t>
            </a:r>
            <a:pPr algn="ctr" indent="0" marL="0">
              <a:buNone/>
            </a:pPr>
            <a:r>
              <a:rPr lang="en-US" sz="2000" dirty="0">
                <a:solidFill>
                  <a:srgbClr val="55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</a:t>
            </a:r>
            <a:pPr algn="ctr" indent="0" marL="0">
              <a:buNone/>
            </a:pPr>
            <a:r>
              <a:rPr lang="en-US" sz="2000" dirty="0">
                <a:solidFill>
                  <a:srgbClr val="55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&amp; Assistance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 —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052560" y="365760"/>
            <a:ext cx="267919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Powered by Qwen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company data to a private, deployable AI assistant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Frontend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" y="19469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18836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" y="21374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0741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" y="23279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22646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" y="25184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24551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" y="27089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26456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" y="289941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2836164"/>
            <a:ext cx="3054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65676" y="1353312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66844" y="148132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Backend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5132" y="19659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49724" y="188366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5132" y="21945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49724" y="211226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5132" y="24231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49724" y="234086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5132" y="26517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49724" y="256946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5132" y="28803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49724" y="279806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74152" y="1353312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148132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AI / LLM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93608" y="199453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58200" y="1883664"/>
            <a:ext cx="30540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runtime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93608" y="228028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58200" y="2169414"/>
            <a:ext cx="30540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AI — hosted backend model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93608" y="256603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58200" y="2455164"/>
            <a:ext cx="30540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93608" y="285178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58200" y="2740914"/>
            <a:ext cx="30540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management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319272"/>
            <a:ext cx="5545836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" y="3447288"/>
            <a:ext cx="5143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Web Intelligence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76656" y="40233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1248" y="3849624"/>
            <a:ext cx="4960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— real-time web search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72200" y="3319272"/>
            <a:ext cx="5545836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73368" y="3447288"/>
            <a:ext cx="5143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Memory &amp; Data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391656" y="388620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56248" y="3849624"/>
            <a:ext cx="49606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persistent storage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91656" y="40233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56248" y="3986784"/>
            <a:ext cx="49606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391656" y="416052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56248" y="4123944"/>
            <a:ext cx="49606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session management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873752"/>
            <a:ext cx="1947672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57200" y="48737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2404872" y="48737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788920" y="4873752"/>
            <a:ext cx="1947672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788920" y="48737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736592" y="48737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20640" y="4873752"/>
            <a:ext cx="1947672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120640" y="48737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7068312" y="48737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52360" y="4873752"/>
            <a:ext cx="19476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452360" y="48737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AI (via Ollama)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9400032" y="487375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784080" y="4873752"/>
            <a:ext cx="1947672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784080" y="487375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Tavily (web search) and JSON memory feed the MAV Intelligence Layer alongside Qwen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2026-09-25T09:45:33Z</dcterms:created>
  <dcterms:modified xsi:type="dcterms:W3CDTF">2026-09-25T09:45:33Z</dcterms:modified>
</cp:coreProperties>
</file>